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9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del sistema GMAO CMMS: capacidades, modulos, roles, seguridad y tecnologia.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agrupa todos los procesos de mantenimiento en un solo sitio.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Corazon operativo de la aplicacion: gestion y ejecucion de intervenciones.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Gestion del parque de equipos y su clasificacion.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Organizacion geografica/jerarquica de los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Gestion de almacen y su relacion con las intervenciones.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Automatizacion del mantenimiento programado.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Visibilidad de la operacion en un solo vistazo.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Asistente disponible desde cualquier pantalla via boton flotante.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perfil opera con el acceso que necesita.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Trazabilidad total de cada operacion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moderna, segura y lista para produccion.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Usabilidad y modernidad en toda la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presentacion del sistema GMAO CMMS.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GMAO CMMS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E7FF"/>
                </a:solidFill>
              </a:rPr>
              <a:t>Gestion de Mantenimiento Asistido por Computadora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Centraliza ordenes de trabajo, activos, inventario, preventivo y un asistente de IA en una unica plataforma.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FE"/>
                </a:solidFill>
              </a:rPr>
              <a:t>Angular 21 + PrimeNG  ·  Spring Boot 4 (Java 21)  ·  PostgreSQL 15  · 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</a:rPr>
              <a:t>VISION GENERAL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Que es GMAO CMMS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Una unica plataforma para planificar, ejecutar y controlar todo el mantenimiento industrial.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Diez modulos integrados que cubren el ciclo completo: desde la apertura de una orden hasta su cierre y analisis.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Asistente de IA que entiende el contexto real (ordenes, activos y planes) para sugerir, priorizar y resumir.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Funciona online y offline (PWA) con sincronizacion de cambios en segundo plano.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Interfaz responsive, claro/</a:t>
            </a:r>
            <a:r>
              <a:rPr lang="en-US" sz="1600" dirty="0" err="1">
                <a:solidFill>
                  <a:srgbClr val="334155"/>
                </a:solidFill>
              </a:rPr>
              <a:t>oscuro</a:t>
            </a:r>
            <a:r>
              <a:rPr lang="en-US" sz="1600" dirty="0">
                <a:solidFill>
                  <a:srgbClr val="334155"/>
                </a:solidFill>
              </a:rPr>
              <a:t> y multi-idioma (</a:t>
            </a:r>
            <a:r>
              <a:rPr lang="en-US" sz="1600" dirty="0" err="1">
                <a:solidFill>
                  <a:srgbClr val="334155"/>
                </a:solidFill>
              </a:rPr>
              <a:t>español</a:t>
            </a:r>
            <a:r>
              <a:rPr lang="en-US" sz="1600" dirty="0">
                <a:solidFill>
                  <a:srgbClr val="334155"/>
                </a:solidFill>
              </a:rPr>
              <a:t>/</a:t>
            </a:r>
            <a:r>
              <a:rPr lang="en-US" sz="1600">
                <a:solidFill>
                  <a:srgbClr val="334155"/>
                </a:solidFill>
              </a:rPr>
              <a:t>ingles).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</a:rPr>
              <a:t>MODULO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Ordenes de trabajo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Ciclo completo: apertura, asignacion a tecnicos, estados (abierta, asignada, en curso, en espera, cerrada).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Prioridades con iconos (Urgente, Alta, Media, Baja) y etiquetas de estado con color.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Vinculo con activo, horas estimadas y reales, y articulos de inventario asociados.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Origen manual o preventivo, con trazabilidad del creador y del tecnico asignado.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El tecnico solo puede operar sobre sus ordenes asignadas y con transiciones permitidas.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2F6"/>
                </a:solidFill>
              </a:rPr>
              <a:t>MODULO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Activos y tipos de activo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Catalogo de equipos con numero de serie, criticidad, estado y horas de uso.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Tipos de activo con codigo e icono para una taxonomia consistente.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Ubicacion de cada equipo en la estructura de planta.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Filtros por tipo, criticidad, estado y ubicacion en el listado.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Indicadores de criticidad y disponibilidad de flota en el dashboard.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</a:rPr>
              <a:t>MODULO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Localizaciones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Estructura jerarquica de la planta: empresa raiz, areas y ubicaciones.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Reorganizacion por arrastre (drag &amp; drop) de localizaciones y activos.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Proteccion de la raiz Empresa contra modificaciones o borrados.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Cada activo queda ubicado en su area para una vision clara de la operacion.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</a:rPr>
              <a:t>MODULO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Inventario de piezas y repuestos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Catalogo con codigo, categoria y unidad de medida.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Control de stock actual y minimo para anticipar reposiciones.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Vinculo directo entre articulos y ordenes de trabajo.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Consulta de que ordenes utilizan cada articulo (trazabilidad de uso).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</a:rPr>
              <a:t>MODULO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Mantenimiento preventivo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Planes preventivos asociados a un activo con frecuencia configurable (dias).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Generacion automatica de ordenes de trabajo a partir de los planes.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Identificacion del origen preventivo o manual de cada orden.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Permite programar el mantenimiento rutinario y evitar fallos.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5CF6"/>
                </a:solidFill>
              </a:rPr>
              <a:t>MODULO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Dashboard y KPIs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KPIs en tiempo real: pendientes, urgentes, completadas, en curso y disponibilidad de flota.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Graficos de estado (dona) y tendencia mensual de abiertas/cerradas.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Ordenes activas recientes y alertas del sistema.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Acceso rapido a todos los modulos desde el panel.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</a:rPr>
              <a:t>MODULO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Asistente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Chat con contexto real de ordenes, activos y planes preventivos.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Sugiere ordenes de trabajo estructuradas (titulo, descripcion, prioridad, checklist).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Prioriza ordenes con justificacion y genera resumenes ejecutivos.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Multi-proveedor configurable desde la interfaz (OpenAI, Anthropic, Google, Opencode, Ollama y mas).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Claves cifradas y medicion de coste/tokens por consulta.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</a:rPr>
              <a:t>SEGURIDAD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Roles y permisos (RBAC)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ADMIN: gestiona usuarios, roles, configuracion de IA y auditoria; control total.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MANAGER: planifica y gestiona ordenes, activos, preventivo e inventario; asigna tecnicos.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TECH: ejecuta y actualiza sus ordenes asignadas, registra horas y estados.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Permisos aplicados en el backend (autenticos) y reflejados en la interfaz.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Autenticacion JWT stateless y segura.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4748B"/>
                </a:solidFill>
              </a:rPr>
              <a:t>TRAZABILIDAD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Auditoria y seguridad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Registro de altas, modificaciones y borrados con usuario, rol y fecha.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Filtros por categoria, accion, entidad, usuario y rango de fechas.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Cuerpo de peticion saneado: sin contrasenas, claves ni datos sensibles.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Retencion configurable de los registros de auditoria.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Errores de acceso devueltos con mensajes claros (401/403).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2F6"/>
                </a:solidFill>
              </a:rPr>
              <a:t>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Tecnologia y despliegue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Frontend: Angular 21 + PrimeNG (signals, zoneless, lazy loading).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Backend: Spring Boot 4.1 con Java 21 y seguridad por metodos.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Base de datos: PostgreSQL 15 con migraciones versionadas.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PWA instalable con sincronizacion offline (caché + cola de cambios).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Despliegue completo con Docker Compose en un solo comando.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</a:rPr>
              <a:t>UX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Experiencia de usuario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0972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Formularios modernos con etiquetas de color, iconos y campos destacados.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Listados ordenables y filtrables por columna, con paginacion y busqueda global.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Modo claro/oscuro, presets de color y soporte multi-idioma.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Landing publica de presentacion y presentacion en slides de la aplicacion.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</a:rPr>
              <a:t>Asistente IA accesible desde cualquier pantalla.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GMAO CMMS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 Mantenimiento Asistido por Computadora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¿Listo para optimizar tu mantenimiento?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E7FF"/>
                </a:solidFill>
              </a:rPr>
              <a:t>Explora los modulos, configura tu proveedor de IA y comienza a gestionar tus ordenes de trabajo hoy mismo.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Gracias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Office PowerPoint</Application>
  <PresentationFormat>Widescreen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GMAO CMMS - Capacidades de la aplicacion</dc:title>
  <dc:subject>Presentacion del sistema GMAO</dc:subject>
  <dc:creator>GMAO CMMS</dc:creator>
  <cp:lastModifiedBy>Juan Antonio Ruiz</cp:lastModifiedBy>
  <cp:revision>2</cp:revision>
  <dcterms:created xsi:type="dcterms:W3CDTF">2026-08-23T20:49:48Z</dcterms:created>
  <dcterms:modified xsi:type="dcterms:W3CDTF">2026-08-23T20:51:43Z</dcterms:modified>
</cp:coreProperties>
</file>